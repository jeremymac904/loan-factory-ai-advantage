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96a9a19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96a9a1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396a9a19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396a9a19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396a9a1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396a9a1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396a9a19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396a9a19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396a9a1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396a9a1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396a9a19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396a9a19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96a9a19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396a9a19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96a9a19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396a9a19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96a9a19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396a9a19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396a9a19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396a9a19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96a9a1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396a9a1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96a9a1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396a9a1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96a9a1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396a9a1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396a9a1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396a9a1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96a9a19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396a9a19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96a9a19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396a9a19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396a9a19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396a9a19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96a9a19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396a9a19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396a9a19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396a9a19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396a9a19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396a9a19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396a9a19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396a9a19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396a9a19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396a9a19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96a9a19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396a9a19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396a9a19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396a9a19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396a9a19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396a9a19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396a9a19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396a9a19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396a9a19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396a9a19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96a9a19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396a9a19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396a9a199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396a9a19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396a9a19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396a9a19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396a9a19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396a9a19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396a9a19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396a9a19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96a9a19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396a9a19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396a9a19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396a9a19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396a9a19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396a9a19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396a9a19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396a9a19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543027" cy="4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785400" y="163650"/>
            <a:ext cx="1184700" cy="4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Fixes Needed: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1.The logo it to small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2. Missing hero background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3. The video embed is odd and small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50" y="35500"/>
            <a:ext cx="7578427" cy="42628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600075" y="4512250"/>
            <a:ext cx="7578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This is very boring and simple - lacks the wow factor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00" y="82250"/>
            <a:ext cx="7960301" cy="44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/>
        </p:nvSpPr>
        <p:spPr>
          <a:xfrm>
            <a:off x="459800" y="4714875"/>
            <a:ext cx="80661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Need to be able to import their person doc, pdf, word doc, markdown, ect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9874" cy="435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4"/>
          <p:cNvSpPr txBox="1"/>
          <p:nvPr/>
        </p:nvSpPr>
        <p:spPr>
          <a:xfrm>
            <a:off x="288350" y="4590175"/>
            <a:ext cx="78165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Logo is too small and branding and brand colors are wrong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50" y="97850"/>
            <a:ext cx="7936925" cy="446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 txBox="1"/>
          <p:nvPr/>
        </p:nvSpPr>
        <p:spPr>
          <a:xfrm>
            <a:off x="592275" y="4652525"/>
            <a:ext cx="7936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Too complex - keep it simple stupid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449" y="58875"/>
            <a:ext cx="7779398" cy="4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/>
        </p:nvSpPr>
        <p:spPr>
          <a:xfrm>
            <a:off x="327325" y="4574600"/>
            <a:ext cx="85569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At this point it should generate the content </a:t>
            </a:r>
            <a:r>
              <a:rPr lang="en" sz="1800">
                <a:solidFill>
                  <a:schemeClr val="dk2"/>
                </a:solidFill>
              </a:rPr>
              <a:t>because</a:t>
            </a:r>
            <a:r>
              <a:rPr lang="en" sz="1800">
                <a:solidFill>
                  <a:schemeClr val="dk2"/>
                </a:solidFill>
              </a:rPr>
              <a:t> we have the </a:t>
            </a:r>
            <a:r>
              <a:rPr lang="en" sz="1800">
                <a:solidFill>
                  <a:schemeClr val="dk2"/>
                </a:solidFill>
              </a:rPr>
              <a:t>guard</a:t>
            </a:r>
            <a:r>
              <a:rPr lang="en" sz="1800">
                <a:solidFill>
                  <a:schemeClr val="dk2"/>
                </a:solidFill>
              </a:rPr>
              <a:t> rails built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550" y="129000"/>
            <a:ext cx="7492699" cy="4214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6"/>
          <p:cNvSpPr txBox="1"/>
          <p:nvPr/>
        </p:nvSpPr>
        <p:spPr>
          <a:xfrm>
            <a:off x="1044275" y="4481075"/>
            <a:ext cx="70605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need to add a sign up form to be added to the top nav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